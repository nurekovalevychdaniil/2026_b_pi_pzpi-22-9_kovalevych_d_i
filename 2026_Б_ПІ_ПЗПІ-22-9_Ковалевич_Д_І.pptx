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0" r:id="rId7"/>
    <p:sldId id="280" r:id="rId8"/>
    <p:sldId id="282" r:id="rId9"/>
    <p:sldId id="271" r:id="rId10"/>
    <p:sldId id="264" r:id="rId11"/>
    <p:sldId id="283" r:id="rId12"/>
    <p:sldId id="281" r:id="rId13"/>
    <p:sldId id="263" r:id="rId14"/>
    <p:sldId id="278" r:id="rId15"/>
    <p:sldId id="272" r:id="rId16"/>
  </p:sldIdLst>
  <p:sldSz cx="9144000" cy="5143500" type="screen16x9"/>
  <p:notesSz cx="6858000" cy="9144000"/>
  <p:embeddedFontLst>
    <p:embeddedFont>
      <p:font typeface="Economica" panose="020B060402020202020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A677"/>
    <a:srgbClr val="188AC6"/>
    <a:srgbClr val="048BBE"/>
    <a:srgbClr val="6CD3FC"/>
    <a:srgbClr val="009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C3ED0-ED7F-48A4-AD96-A5433AD5343C}" v="12" dt="2026-07-02T01:05:19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Помірний стиль 2 –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Світлий стиль 1 –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ітлий стиль 1 –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9" autoAdjust="0"/>
    <p:restoredTop sz="94118" autoAdjust="0"/>
  </p:normalViewPr>
  <p:slideViewPr>
    <p:cSldViewPr snapToGrid="0">
      <p:cViewPr varScale="1">
        <p:scale>
          <a:sx n="146" d="100"/>
          <a:sy n="146" d="100"/>
        </p:scale>
        <p:origin x="36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ій Толстік" userId="b221b3d652e55fe8" providerId="LiveId" clId="{06DB6117-75DE-47A2-AF6E-2CDF892EB53A}"/>
    <pc:docChg chg="undo custSel modSld">
      <pc:chgData name="Олексій Толстік" userId="b221b3d652e55fe8" providerId="LiveId" clId="{06DB6117-75DE-47A2-AF6E-2CDF892EB53A}" dt="2026-07-02T01:06:18.791" v="926" actId="1076"/>
      <pc:docMkLst>
        <pc:docMk/>
      </pc:docMkLst>
      <pc:sldChg chg="modSp mod modTransition">
        <pc:chgData name="Олексій Толстік" userId="b221b3d652e55fe8" providerId="LiveId" clId="{06DB6117-75DE-47A2-AF6E-2CDF892EB53A}" dt="2026-07-02T01:04:53.366" v="884" actId="2711"/>
        <pc:sldMkLst>
          <pc:docMk/>
          <pc:sldMk cId="0" sldId="256"/>
        </pc:sldMkLst>
        <pc:spChg chg="mod">
          <ac:chgData name="Олексій Толстік" userId="b221b3d652e55fe8" providerId="LiveId" clId="{06DB6117-75DE-47A2-AF6E-2CDF892EB53A}" dt="2026-07-01T19:44:33.101" v="112" actId="1076"/>
          <ac:spMkLst>
            <pc:docMk/>
            <pc:sldMk cId="0" sldId="256"/>
            <ac:spMk id="3" creationId="{654E22FF-5AC6-4AD7-B06F-480473628D2B}"/>
          </ac:spMkLst>
        </pc:spChg>
        <pc:spChg chg="mod">
          <ac:chgData name="Олексій Толстік" userId="b221b3d652e55fe8" providerId="LiveId" clId="{06DB6117-75DE-47A2-AF6E-2CDF892EB53A}" dt="2026-07-02T01:04:18.927" v="881" actId="107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Олексій Толстік" userId="b221b3d652e55fe8" providerId="LiveId" clId="{06DB6117-75DE-47A2-AF6E-2CDF892EB53A}" dt="2026-07-02T01:04:53.366" v="884" actId="2711"/>
          <ac:spMkLst>
            <pc:docMk/>
            <pc:sldMk cId="0" sldId="256"/>
            <ac:spMk id="63" creationId="{00000000-0000-0000-0000-000000000000}"/>
          </ac:spMkLst>
        </pc:spChg>
      </pc:sldChg>
      <pc:sldChg chg="modSp mod modTransition">
        <pc:chgData name="Олексій Толстік" userId="b221b3d652e55fe8" providerId="LiveId" clId="{06DB6117-75DE-47A2-AF6E-2CDF892EB53A}" dt="2026-07-02T01:05:19.066" v="893" actId="1037"/>
        <pc:sldMkLst>
          <pc:docMk/>
          <pc:sldMk cId="0" sldId="257"/>
        </pc:sldMkLst>
        <pc:spChg chg="mod">
          <ac:chgData name="Олексій Толстік" userId="b221b3d652e55fe8" providerId="LiveId" clId="{06DB6117-75DE-47A2-AF6E-2CDF892EB53A}" dt="2026-07-02T01:05:19.066" v="893" actId="1037"/>
          <ac:spMkLst>
            <pc:docMk/>
            <pc:sldMk cId="0" sldId="257"/>
            <ac:spMk id="24" creationId="{3254C13B-3750-1F25-8D0C-E6C86FB729B5}"/>
          </ac:spMkLst>
        </pc:spChg>
        <pc:spChg chg="mod">
          <ac:chgData name="Олексій Толстік" userId="b221b3d652e55fe8" providerId="LiveId" clId="{06DB6117-75DE-47A2-AF6E-2CDF892EB53A}" dt="2026-07-02T01:05:11.603" v="889" actId="1038"/>
          <ac:spMkLst>
            <pc:docMk/>
            <pc:sldMk cId="0" sldId="257"/>
            <ac:spMk id="27" creationId="{E4348E02-C6C2-8513-389B-966E5F14D1E0}"/>
          </ac:spMkLst>
        </pc:spChg>
        <pc:spChg chg="mod">
          <ac:chgData name="Олексій Толстік" userId="b221b3d652e55fe8" providerId="LiveId" clId="{06DB6117-75DE-47A2-AF6E-2CDF892EB53A}" dt="2026-07-02T00:47:24.617" v="619" actId="1076"/>
          <ac:spMkLst>
            <pc:docMk/>
            <pc:sldMk cId="0" sldId="257"/>
            <ac:spMk id="71" creationId="{00000000-0000-0000-0000-000000000000}"/>
          </ac:spMkLst>
        </pc:spChg>
        <pc:picChg chg="mod">
          <ac:chgData name="Олексій Толстік" userId="b221b3d652e55fe8" providerId="LiveId" clId="{06DB6117-75DE-47A2-AF6E-2CDF892EB53A}" dt="2026-07-02T00:47:32.250" v="620" actId="1076"/>
          <ac:picMkLst>
            <pc:docMk/>
            <pc:sldMk cId="0" sldId="257"/>
            <ac:picMk id="14" creationId="{3527B363-23C6-DA98-12F8-F5FA6BD60D81}"/>
          </ac:picMkLst>
        </pc:picChg>
        <pc:picChg chg="mod">
          <ac:chgData name="Олексій Толстік" userId="b221b3d652e55fe8" providerId="LiveId" clId="{06DB6117-75DE-47A2-AF6E-2CDF892EB53A}" dt="2026-07-01T19:12:40.599" v="109" actId="1076"/>
          <ac:picMkLst>
            <pc:docMk/>
            <pc:sldMk cId="0" sldId="257"/>
            <ac:picMk id="16" creationId="{BD0F2CA8-C262-4DAE-46C3-7F3E2553BF50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1:02:44.006" v="879" actId="20577"/>
        <pc:sldMkLst>
          <pc:docMk/>
          <pc:sldMk cId="0" sldId="258"/>
        </pc:sldMkLst>
        <pc:spChg chg="mod">
          <ac:chgData name="Олексій Толстік" userId="b221b3d652e55fe8" providerId="LiveId" clId="{06DB6117-75DE-47A2-AF6E-2CDF892EB53A}" dt="2026-07-02T00:49:32.669" v="685" actId="20577"/>
          <ac:spMkLst>
            <pc:docMk/>
            <pc:sldMk cId="0" sldId="258"/>
            <ac:spMk id="3" creationId="{F7DD0211-1380-5D8B-C6B8-613419B1EFD4}"/>
          </ac:spMkLst>
        </pc:spChg>
        <pc:spChg chg="mod">
          <ac:chgData name="Олексій Толстік" userId="b221b3d652e55fe8" providerId="LiveId" clId="{06DB6117-75DE-47A2-AF6E-2CDF892EB53A}" dt="2026-07-02T00:49:24.004" v="684" actId="20577"/>
          <ac:spMkLst>
            <pc:docMk/>
            <pc:sldMk cId="0" sldId="258"/>
            <ac:spMk id="4" creationId="{E2B3F629-9D8A-1D65-94B7-04279ADB01BF}"/>
          </ac:spMkLst>
        </pc:spChg>
        <pc:spChg chg="mod">
          <ac:chgData name="Олексій Толстік" userId="b221b3d652e55fe8" providerId="LiveId" clId="{06DB6117-75DE-47A2-AF6E-2CDF892EB53A}" dt="2026-07-02T01:02:44.006" v="879" actId="20577"/>
          <ac:spMkLst>
            <pc:docMk/>
            <pc:sldMk cId="0" sldId="258"/>
            <ac:spMk id="11" creationId="{141C604A-84F5-3B90-93C6-5EFADB9A36DC}"/>
          </ac:spMkLst>
        </pc:spChg>
      </pc:sldChg>
      <pc:sldChg chg="modSp mod modTransition">
        <pc:chgData name="Олексій Толстік" userId="b221b3d652e55fe8" providerId="LiveId" clId="{06DB6117-75DE-47A2-AF6E-2CDF892EB53A}" dt="2026-07-02T00:52:26.541" v="715" actId="14100"/>
        <pc:sldMkLst>
          <pc:docMk/>
          <pc:sldMk cId="0" sldId="259"/>
        </pc:sldMkLst>
        <pc:spChg chg="mod">
          <ac:chgData name="Олексій Толстік" userId="b221b3d652e55fe8" providerId="LiveId" clId="{06DB6117-75DE-47A2-AF6E-2CDF892EB53A}" dt="2026-07-02T00:52:26.541" v="715" actId="14100"/>
          <ac:spMkLst>
            <pc:docMk/>
            <pc:sldMk cId="0" sldId="259"/>
            <ac:spMk id="4" creationId="{E36B045E-5C2C-382F-A7B0-0022794C5436}"/>
          </ac:spMkLst>
        </pc:spChg>
        <pc:spChg chg="mod">
          <ac:chgData name="Олексій Толстік" userId="b221b3d652e55fe8" providerId="LiveId" clId="{06DB6117-75DE-47A2-AF6E-2CDF892EB53A}" dt="2026-07-02T00:50:15.542" v="690" actId="20577"/>
          <ac:spMkLst>
            <pc:docMk/>
            <pc:sldMk cId="0" sldId="259"/>
            <ac:spMk id="20" creationId="{B8BC8FAA-A694-551F-C6EE-FBCFF9AFAC94}"/>
          </ac:spMkLst>
        </pc:spChg>
        <pc:spChg chg="mod">
          <ac:chgData name="Олексій Толстік" userId="b221b3d652e55fe8" providerId="LiveId" clId="{06DB6117-75DE-47A2-AF6E-2CDF892EB53A}" dt="2026-07-02T00:51:51.796" v="709" actId="113"/>
          <ac:spMkLst>
            <pc:docMk/>
            <pc:sldMk cId="0" sldId="259"/>
            <ac:spMk id="21" creationId="{81719ACE-A91E-4428-C7EF-B46E063DB664}"/>
          </ac:spMkLst>
        </pc:spChg>
        <pc:spChg chg="mod">
          <ac:chgData name="Олексій Толстік" userId="b221b3d652e55fe8" providerId="LiveId" clId="{06DB6117-75DE-47A2-AF6E-2CDF892EB53A}" dt="2026-07-02T00:50:34.023" v="693" actId="20577"/>
          <ac:spMkLst>
            <pc:docMk/>
            <pc:sldMk cId="0" sldId="259"/>
            <ac:spMk id="26" creationId="{6D961DE8-1AB3-F413-0FD7-F765F1164A31}"/>
          </ac:spMkLst>
        </pc:spChg>
        <pc:spChg chg="mod">
          <ac:chgData name="Олексій Толстік" userId="b221b3d652e55fe8" providerId="LiveId" clId="{06DB6117-75DE-47A2-AF6E-2CDF892EB53A}" dt="2026-07-02T00:51:56.918" v="711" actId="113"/>
          <ac:spMkLst>
            <pc:docMk/>
            <pc:sldMk cId="0" sldId="259"/>
            <ac:spMk id="28" creationId="{144879C9-7876-EEBD-E0D7-36572C60D157}"/>
          </ac:spMkLst>
        </pc:spChg>
        <pc:spChg chg="mod">
          <ac:chgData name="Олексій Толстік" userId="b221b3d652e55fe8" providerId="LiveId" clId="{06DB6117-75DE-47A2-AF6E-2CDF892EB53A}" dt="2026-07-01T21:21:59.159" v="612" actId="20577"/>
          <ac:spMkLst>
            <pc:docMk/>
            <pc:sldMk cId="0" sldId="259"/>
            <ac:spMk id="31" creationId="{F4979865-10C6-07B1-98F2-6C90A932E9F0}"/>
          </ac:spMkLst>
        </pc:spChg>
        <pc:spChg chg="mod">
          <ac:chgData name="Олексій Толстік" userId="b221b3d652e55fe8" providerId="LiveId" clId="{06DB6117-75DE-47A2-AF6E-2CDF892EB53A}" dt="2026-07-02T00:52:01.172" v="713" actId="113"/>
          <ac:spMkLst>
            <pc:docMk/>
            <pc:sldMk cId="0" sldId="259"/>
            <ac:spMk id="33" creationId="{B4BCF136-4087-BCFC-059F-9330E9087BC5}"/>
          </ac:spMkLst>
        </pc:spChg>
        <pc:spChg chg="mod">
          <ac:chgData name="Олексій Толстік" userId="b221b3d652e55fe8" providerId="LiveId" clId="{06DB6117-75DE-47A2-AF6E-2CDF892EB53A}" dt="2026-07-02T00:49:44.477" v="686" actId="1076"/>
          <ac:spMkLst>
            <pc:docMk/>
            <pc:sldMk cId="0" sldId="259"/>
            <ac:spMk id="85" creationId="{00000000-0000-0000-0000-000000000000}"/>
          </ac:spMkLst>
        </pc:spChg>
        <pc:grpChg chg="mod">
          <ac:chgData name="Олексій Толстік" userId="b221b3d652e55fe8" providerId="LiveId" clId="{06DB6117-75DE-47A2-AF6E-2CDF892EB53A}" dt="2026-07-02T00:52:20.107" v="714" actId="1076"/>
          <ac:grpSpMkLst>
            <pc:docMk/>
            <pc:sldMk cId="0" sldId="259"/>
            <ac:grpSpMk id="23" creationId="{9E92ACFF-4CB1-4E1F-60E0-1BFD0CDA9FFD}"/>
          </ac:grpSpMkLst>
        </pc:grpChg>
        <pc:grpChg chg="mod">
          <ac:chgData name="Олексій Толстік" userId="b221b3d652e55fe8" providerId="LiveId" clId="{06DB6117-75DE-47A2-AF6E-2CDF892EB53A}" dt="2026-07-02T00:52:20.107" v="714" actId="1076"/>
          <ac:grpSpMkLst>
            <pc:docMk/>
            <pc:sldMk cId="0" sldId="259"/>
            <ac:grpSpMk id="24" creationId="{DAF2A0A3-E12D-F3E7-4568-20DE7606DED6}"/>
          </ac:grpSpMkLst>
        </pc:grpChg>
        <pc:grpChg chg="mod">
          <ac:chgData name="Олексій Толстік" userId="b221b3d652e55fe8" providerId="LiveId" clId="{06DB6117-75DE-47A2-AF6E-2CDF892EB53A}" dt="2026-07-02T00:52:20.107" v="714" actId="1076"/>
          <ac:grpSpMkLst>
            <pc:docMk/>
            <pc:sldMk cId="0" sldId="259"/>
            <ac:grpSpMk id="29" creationId="{169F5543-D3C8-69AF-0824-B006C17112F9}"/>
          </ac:grpSpMkLst>
        </pc:grpChg>
      </pc:sldChg>
      <pc:sldChg chg="modSp mod modTransition">
        <pc:chgData name="Олексій Толстік" userId="b221b3d652e55fe8" providerId="LiveId" clId="{06DB6117-75DE-47A2-AF6E-2CDF892EB53A}" dt="2026-07-02T00:54:10.145" v="770" actId="1076"/>
        <pc:sldMkLst>
          <pc:docMk/>
          <pc:sldMk cId="0" sldId="260"/>
        </pc:sldMkLst>
        <pc:spChg chg="mod">
          <ac:chgData name="Олексій Толстік" userId="b221b3d652e55fe8" providerId="LiveId" clId="{06DB6117-75DE-47A2-AF6E-2CDF892EB53A}" dt="2026-07-02T00:52:58.102" v="748" actId="20577"/>
          <ac:spMkLst>
            <pc:docMk/>
            <pc:sldMk cId="0" sldId="260"/>
            <ac:spMk id="27" creationId="{89163D01-F39F-DB8E-F5F9-D9D272A3575E}"/>
          </ac:spMkLst>
        </pc:spChg>
        <pc:grpChg chg="mod">
          <ac:chgData name="Олексій Толстік" userId="b221b3d652e55fe8" providerId="LiveId" clId="{06DB6117-75DE-47A2-AF6E-2CDF892EB53A}" dt="2026-07-02T00:53:56.617" v="765" actId="1076"/>
          <ac:grpSpMkLst>
            <pc:docMk/>
            <pc:sldMk cId="0" sldId="260"/>
            <ac:grpSpMk id="21" creationId="{B860FCA1-7849-8E02-CA23-E4887806955E}"/>
          </ac:grpSpMkLst>
        </pc:grpChg>
        <pc:picChg chg="mod">
          <ac:chgData name="Олексій Толстік" userId="b221b3d652e55fe8" providerId="LiveId" clId="{06DB6117-75DE-47A2-AF6E-2CDF892EB53A}" dt="2026-07-02T00:54:05.297" v="768" actId="1076"/>
          <ac:picMkLst>
            <pc:docMk/>
            <pc:sldMk cId="0" sldId="260"/>
            <ac:picMk id="4" creationId="{71F816C0-B15E-298A-1CAD-7AA313B432E0}"/>
          </ac:picMkLst>
        </pc:picChg>
        <pc:picChg chg="mod">
          <ac:chgData name="Олексій Толстік" userId="b221b3d652e55fe8" providerId="LiveId" clId="{06DB6117-75DE-47A2-AF6E-2CDF892EB53A}" dt="2026-07-02T00:53:34.364" v="756" actId="1076"/>
          <ac:picMkLst>
            <pc:docMk/>
            <pc:sldMk cId="0" sldId="260"/>
            <ac:picMk id="5" creationId="{838CF095-94D7-66F1-06D7-9CB505D9BBD7}"/>
          </ac:picMkLst>
        </pc:picChg>
        <pc:picChg chg="mod">
          <ac:chgData name="Олексій Толстік" userId="b221b3d652e55fe8" providerId="LiveId" clId="{06DB6117-75DE-47A2-AF6E-2CDF892EB53A}" dt="2026-07-02T00:54:09.226" v="769" actId="1076"/>
          <ac:picMkLst>
            <pc:docMk/>
            <pc:sldMk cId="0" sldId="260"/>
            <ac:picMk id="12" creationId="{21208D9B-86F0-5321-5CE3-7553AE01CC86}"/>
          </ac:picMkLst>
        </pc:picChg>
        <pc:picChg chg="mod">
          <ac:chgData name="Олексій Толстік" userId="b221b3d652e55fe8" providerId="LiveId" clId="{06DB6117-75DE-47A2-AF6E-2CDF892EB53A}" dt="2026-07-02T00:53:59.550" v="766" actId="1076"/>
          <ac:picMkLst>
            <pc:docMk/>
            <pc:sldMk cId="0" sldId="260"/>
            <ac:picMk id="17" creationId="{3D9707D7-2700-22A8-43A3-A836B714F46D}"/>
          </ac:picMkLst>
        </pc:picChg>
        <pc:picChg chg="mod">
          <ac:chgData name="Олексій Толстік" userId="b221b3d652e55fe8" providerId="LiveId" clId="{06DB6117-75DE-47A2-AF6E-2CDF892EB53A}" dt="2026-07-02T00:54:01.435" v="767" actId="1076"/>
          <ac:picMkLst>
            <pc:docMk/>
            <pc:sldMk cId="0" sldId="260"/>
            <ac:picMk id="18" creationId="{A2C7B047-5FC4-5776-3D3A-C71CA4EA8DDD}"/>
          </ac:picMkLst>
        </pc:picChg>
        <pc:picChg chg="mod">
          <ac:chgData name="Олексій Толстік" userId="b221b3d652e55fe8" providerId="LiveId" clId="{06DB6117-75DE-47A2-AF6E-2CDF892EB53A}" dt="2026-07-02T00:54:10.145" v="770" actId="1076"/>
          <ac:picMkLst>
            <pc:docMk/>
            <pc:sldMk cId="0" sldId="260"/>
            <ac:picMk id="20" creationId="{B294D926-FD5A-FD26-1F90-B64079751C04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0:55:07.622" v="775" actId="1076"/>
        <pc:sldMkLst>
          <pc:docMk/>
          <pc:sldMk cId="0" sldId="261"/>
        </pc:sldMkLst>
        <pc:spChg chg="mod">
          <ac:chgData name="Олексій Толстік" userId="b221b3d652e55fe8" providerId="LiveId" clId="{06DB6117-75DE-47A2-AF6E-2CDF892EB53A}" dt="2026-07-02T00:54:31.865" v="771" actId="1076"/>
          <ac:spMkLst>
            <pc:docMk/>
            <pc:sldMk cId="0" sldId="261"/>
            <ac:spMk id="6" creationId="{EE0DD550-DE53-055D-8B2A-2A7C59692AC1}"/>
          </ac:spMkLst>
        </pc:spChg>
        <pc:spChg chg="mod">
          <ac:chgData name="Олексій Толстік" userId="b221b3d652e55fe8" providerId="LiveId" clId="{06DB6117-75DE-47A2-AF6E-2CDF892EB53A}" dt="2026-07-02T00:55:07.622" v="775" actId="1076"/>
          <ac:spMkLst>
            <pc:docMk/>
            <pc:sldMk cId="0" sldId="261"/>
            <ac:spMk id="99" creationId="{00000000-0000-0000-0000-000000000000}"/>
          </ac:spMkLst>
        </pc:spChg>
      </pc:sldChg>
      <pc:sldChg chg="modSp mod modTransition">
        <pc:chgData name="Олексій Толстік" userId="b221b3d652e55fe8" providerId="LiveId" clId="{06DB6117-75DE-47A2-AF6E-2CDF892EB53A}" dt="2026-07-02T01:05:53.322" v="921" actId="1037"/>
        <pc:sldMkLst>
          <pc:docMk/>
          <pc:sldMk cId="0" sldId="263"/>
        </pc:sldMkLst>
        <pc:spChg chg="mod">
          <ac:chgData name="Олексій Толстік" userId="b221b3d652e55fe8" providerId="LiveId" clId="{06DB6117-75DE-47A2-AF6E-2CDF892EB53A}" dt="2026-07-02T01:05:53.322" v="921" actId="1037"/>
          <ac:spMkLst>
            <pc:docMk/>
            <pc:sldMk cId="0" sldId="263"/>
            <ac:spMk id="13" creationId="{A4CEA14B-BEE9-116B-3C9A-D5F0E34093FE}"/>
          </ac:spMkLst>
        </pc:spChg>
        <pc:spChg chg="mod">
          <ac:chgData name="Олексій Толстік" userId="b221b3d652e55fe8" providerId="LiveId" clId="{06DB6117-75DE-47A2-AF6E-2CDF892EB53A}" dt="2026-07-02T00:57:14.013" v="813" actId="20577"/>
          <ac:spMkLst>
            <pc:docMk/>
            <pc:sldMk cId="0" sldId="263"/>
            <ac:spMk id="113" creationId="{00000000-0000-0000-0000-000000000000}"/>
          </ac:spMkLst>
        </pc:spChg>
      </pc:sldChg>
      <pc:sldChg chg="modSp mod modTransition">
        <pc:chgData name="Олексій Толстік" userId="b221b3d652e55fe8" providerId="LiveId" clId="{06DB6117-75DE-47A2-AF6E-2CDF892EB53A}" dt="2026-07-02T00:56:43.943" v="783" actId="255"/>
        <pc:sldMkLst>
          <pc:docMk/>
          <pc:sldMk cId="0" sldId="264"/>
        </pc:sldMkLst>
        <pc:spChg chg="mod">
          <ac:chgData name="Олексій Толстік" userId="b221b3d652e55fe8" providerId="LiveId" clId="{06DB6117-75DE-47A2-AF6E-2CDF892EB53A}" dt="2026-07-02T00:56:43.943" v="783" actId="255"/>
          <ac:spMkLst>
            <pc:docMk/>
            <pc:sldMk cId="0" sldId="264"/>
            <ac:spMk id="120" creationId="{00000000-0000-0000-0000-000000000000}"/>
          </ac:spMkLst>
        </pc:spChg>
      </pc:sldChg>
      <pc:sldChg chg="modTransition">
        <pc:chgData name="Олексій Толстік" userId="b221b3d652e55fe8" providerId="LiveId" clId="{06DB6117-75DE-47A2-AF6E-2CDF892EB53A}" dt="2026-07-01T21:20:02.931" v="590"/>
        <pc:sldMkLst>
          <pc:docMk/>
          <pc:sldMk cId="0" sldId="265"/>
        </pc:sldMkLst>
      </pc:sldChg>
      <pc:sldChg chg="modSp mod modTransition">
        <pc:chgData name="Олексій Толстік" userId="b221b3d652e55fe8" providerId="LiveId" clId="{06DB6117-75DE-47A2-AF6E-2CDF892EB53A}" dt="2026-07-02T01:01:59.853" v="870" actId="1076"/>
        <pc:sldMkLst>
          <pc:docMk/>
          <pc:sldMk cId="0" sldId="267"/>
        </pc:sldMkLst>
        <pc:spChg chg="mod">
          <ac:chgData name="Олексій Толстік" userId="b221b3d652e55fe8" providerId="LiveId" clId="{06DB6117-75DE-47A2-AF6E-2CDF892EB53A}" dt="2026-07-02T01:01:48.364" v="866" actId="1076"/>
          <ac:spMkLst>
            <pc:docMk/>
            <pc:sldMk cId="0" sldId="267"/>
            <ac:spMk id="6" creationId="{9363A900-A905-3753-D7A5-1F2BD646785D}"/>
          </ac:spMkLst>
        </pc:spChg>
        <pc:spChg chg="mod">
          <ac:chgData name="Олексій Толстік" userId="b221b3d652e55fe8" providerId="LiveId" clId="{06DB6117-75DE-47A2-AF6E-2CDF892EB53A}" dt="2026-07-02T01:01:56.573" v="868" actId="1076"/>
          <ac:spMkLst>
            <pc:docMk/>
            <pc:sldMk cId="0" sldId="267"/>
            <ac:spMk id="11" creationId="{32F77578-8988-8EC2-637F-6531CC9BB02C}"/>
          </ac:spMkLst>
        </pc:spChg>
        <pc:spChg chg="mod">
          <ac:chgData name="Олексій Толстік" userId="b221b3d652e55fe8" providerId="LiveId" clId="{06DB6117-75DE-47A2-AF6E-2CDF892EB53A}" dt="2026-07-01T21:05:17.716" v="128" actId="27636"/>
          <ac:spMkLst>
            <pc:docMk/>
            <pc:sldMk cId="0" sldId="267"/>
            <ac:spMk id="141" creationId="{00000000-0000-0000-0000-000000000000}"/>
          </ac:spMkLst>
        </pc:spChg>
        <pc:picChg chg="mod">
          <ac:chgData name="Олексій Толстік" userId="b221b3d652e55fe8" providerId="LiveId" clId="{06DB6117-75DE-47A2-AF6E-2CDF892EB53A}" dt="2026-07-02T01:01:59.853" v="870" actId="1076"/>
          <ac:picMkLst>
            <pc:docMk/>
            <pc:sldMk cId="0" sldId="267"/>
            <ac:picMk id="17" creationId="{65225C93-0F11-29E0-DC37-128540FB5AD8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0:59:44.877" v="831" actId="1076"/>
        <pc:sldMkLst>
          <pc:docMk/>
          <pc:sldMk cId="29422119" sldId="268"/>
        </pc:sldMkLst>
        <pc:spChg chg="mod">
          <ac:chgData name="Олексій Толстік" userId="b221b3d652e55fe8" providerId="LiveId" clId="{06DB6117-75DE-47A2-AF6E-2CDF892EB53A}" dt="2026-07-01T21:14:48.307" v="563" actId="20577"/>
          <ac:spMkLst>
            <pc:docMk/>
            <pc:sldMk cId="29422119" sldId="268"/>
            <ac:spMk id="127" creationId="{00000000-0000-0000-0000-000000000000}"/>
          </ac:spMkLst>
        </pc:spChg>
        <pc:graphicFrameChg chg="mod modGraphic">
          <ac:chgData name="Олексій Толстік" userId="b221b3d652e55fe8" providerId="LiveId" clId="{06DB6117-75DE-47A2-AF6E-2CDF892EB53A}" dt="2026-07-02T00:59:44.877" v="831" actId="1076"/>
          <ac:graphicFrameMkLst>
            <pc:docMk/>
            <pc:sldMk cId="29422119" sldId="268"/>
            <ac:graphicFrameMk id="3" creationId="{60018565-B335-6209-7AD0-62CF6DDAE84B}"/>
          </ac:graphicFrameMkLst>
        </pc:graphicFrameChg>
        <pc:picChg chg="mod">
          <ac:chgData name="Олексій Толстік" userId="b221b3d652e55fe8" providerId="LiveId" clId="{06DB6117-75DE-47A2-AF6E-2CDF892EB53A}" dt="2026-07-01T21:17:54.629" v="584" actId="1076"/>
          <ac:picMkLst>
            <pc:docMk/>
            <pc:sldMk cId="29422119" sldId="268"/>
            <ac:picMk id="9" creationId="{06ADD7CE-0EDA-85FB-C778-8411445EF8C6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1:00:52.031" v="861" actId="1076"/>
        <pc:sldMkLst>
          <pc:docMk/>
          <pc:sldMk cId="88973738" sldId="269"/>
        </pc:sldMkLst>
        <pc:spChg chg="mod">
          <ac:chgData name="Олексій Толстік" userId="b221b3d652e55fe8" providerId="LiveId" clId="{06DB6117-75DE-47A2-AF6E-2CDF892EB53A}" dt="2026-07-02T01:00:52.031" v="861" actId="1076"/>
          <ac:spMkLst>
            <pc:docMk/>
            <pc:sldMk cId="88973738" sldId="269"/>
            <ac:spMk id="10" creationId="{3AF4AA66-23DD-23CC-8D5D-AE949D3AA4D4}"/>
          </ac:spMkLst>
        </pc:spChg>
        <pc:picChg chg="mod">
          <ac:chgData name="Олексій Толстік" userId="b221b3d652e55fe8" providerId="LiveId" clId="{06DB6117-75DE-47A2-AF6E-2CDF892EB53A}" dt="2026-07-02T01:00:37.520" v="857" actId="1076"/>
          <ac:picMkLst>
            <pc:docMk/>
            <pc:sldMk cId="88973738" sldId="269"/>
            <ac:picMk id="3" creationId="{97AAD07B-9E8C-DD23-57CE-FF3A3C0BDE38}"/>
          </ac:picMkLst>
        </pc:picChg>
        <pc:picChg chg="mod">
          <ac:chgData name="Олексій Толстік" userId="b221b3d652e55fe8" providerId="LiveId" clId="{06DB6117-75DE-47A2-AF6E-2CDF892EB53A}" dt="2026-07-02T01:00:44.533" v="859" actId="1076"/>
          <ac:picMkLst>
            <pc:docMk/>
            <pc:sldMk cId="88973738" sldId="269"/>
            <ac:picMk id="4" creationId="{D7B08E16-892B-DE26-96FA-2719EFE70A16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0:56:02.527" v="780" actId="14100"/>
        <pc:sldMkLst>
          <pc:docMk/>
          <pc:sldMk cId="3568660930" sldId="271"/>
        </pc:sldMkLst>
        <pc:spChg chg="mod">
          <ac:chgData name="Олексій Толстік" userId="b221b3d652e55fe8" providerId="LiveId" clId="{06DB6117-75DE-47A2-AF6E-2CDF892EB53A}" dt="2026-07-02T00:56:02.527" v="780" actId="14100"/>
          <ac:spMkLst>
            <pc:docMk/>
            <pc:sldMk cId="3568660930" sldId="271"/>
            <ac:spMk id="99" creationId="{CACC5DA8-1DAE-7499-1533-710614B9FE47}"/>
          </ac:spMkLst>
        </pc:spChg>
        <pc:picChg chg="mod">
          <ac:chgData name="Олексій Толстік" userId="b221b3d652e55fe8" providerId="LiveId" clId="{06DB6117-75DE-47A2-AF6E-2CDF892EB53A}" dt="2026-07-02T00:55:42.389" v="778" actId="1076"/>
          <ac:picMkLst>
            <pc:docMk/>
            <pc:sldMk cId="3568660930" sldId="271"/>
            <ac:picMk id="4" creationId="{F34B937F-5353-0F41-3B61-7B9D64818AC6}"/>
          </ac:picMkLst>
        </pc:picChg>
        <pc:picChg chg="mod">
          <ac:chgData name="Олексій Толстік" userId="b221b3d652e55fe8" providerId="LiveId" clId="{06DB6117-75DE-47A2-AF6E-2CDF892EB53A}" dt="2026-07-02T00:55:46.982" v="779" actId="14100"/>
          <ac:picMkLst>
            <pc:docMk/>
            <pc:sldMk cId="3568660930" sldId="271"/>
            <ac:picMk id="7" creationId="{AC10DA53-C91D-4899-6CBF-E31A562931C7}"/>
          </ac:picMkLst>
        </pc:picChg>
      </pc:sldChg>
      <pc:sldChg chg="modTransition">
        <pc:chgData name="Олексій Толстік" userId="b221b3d652e55fe8" providerId="LiveId" clId="{06DB6117-75DE-47A2-AF6E-2CDF892EB53A}" dt="2026-07-01T21:20:02.931" v="590"/>
        <pc:sldMkLst>
          <pc:docMk/>
          <pc:sldMk cId="1623040831" sldId="272"/>
        </pc:sldMkLst>
      </pc:sldChg>
      <pc:sldChg chg="modSp mod modTransition">
        <pc:chgData name="Олексій Толстік" userId="b221b3d652e55fe8" providerId="LiveId" clId="{06DB6117-75DE-47A2-AF6E-2CDF892EB53A}" dt="2026-07-01T21:20:02.931" v="590"/>
        <pc:sldMkLst>
          <pc:docMk/>
          <pc:sldMk cId="2398195368" sldId="273"/>
        </pc:sldMkLst>
        <pc:picChg chg="mod">
          <ac:chgData name="Олексій Толстік" userId="b221b3d652e55fe8" providerId="LiveId" clId="{06DB6117-75DE-47A2-AF6E-2CDF892EB53A}" dt="2026-07-01T19:47:33.982" v="113" actId="1076"/>
          <ac:picMkLst>
            <pc:docMk/>
            <pc:sldMk cId="2398195368" sldId="273"/>
            <ac:picMk id="7" creationId="{4BD9559B-7796-4B9C-E7FC-CB01279466D7}"/>
          </ac:picMkLst>
        </pc:picChg>
        <pc:picChg chg="mod">
          <ac:chgData name="Олексій Толстік" userId="b221b3d652e55fe8" providerId="LiveId" clId="{06DB6117-75DE-47A2-AF6E-2CDF892EB53A}" dt="2026-07-01T19:47:51.291" v="114" actId="1076"/>
          <ac:picMkLst>
            <pc:docMk/>
            <pc:sldMk cId="2398195368" sldId="273"/>
            <ac:picMk id="8" creationId="{D736FB51-019D-48EA-5179-996CAD7D182F}"/>
          </ac:picMkLst>
        </pc:picChg>
        <pc:picChg chg="mod">
          <ac:chgData name="Олексій Толстік" userId="b221b3d652e55fe8" providerId="LiveId" clId="{06DB6117-75DE-47A2-AF6E-2CDF892EB53A}" dt="2026-07-01T19:47:51.291" v="114" actId="1076"/>
          <ac:picMkLst>
            <pc:docMk/>
            <pc:sldMk cId="2398195368" sldId="273"/>
            <ac:picMk id="9" creationId="{C4C75129-518B-9A07-C7A6-A5DEC9E71012}"/>
          </ac:picMkLst>
        </pc:picChg>
      </pc:sldChg>
      <pc:sldChg chg="modTransition">
        <pc:chgData name="Олексій Толстік" userId="b221b3d652e55fe8" providerId="LiveId" clId="{06DB6117-75DE-47A2-AF6E-2CDF892EB53A}" dt="2026-07-01T21:20:02.931" v="590"/>
        <pc:sldMkLst>
          <pc:docMk/>
          <pc:sldMk cId="2651994974" sldId="274"/>
        </pc:sldMkLst>
      </pc:sldChg>
      <pc:sldChg chg="modSp mod modTransition">
        <pc:chgData name="Олексій Толстік" userId="b221b3d652e55fe8" providerId="LiveId" clId="{06DB6117-75DE-47A2-AF6E-2CDF892EB53A}" dt="2026-07-02T01:00:00.656" v="850" actId="20577"/>
        <pc:sldMkLst>
          <pc:docMk/>
          <pc:sldMk cId="234882108" sldId="275"/>
        </pc:sldMkLst>
        <pc:spChg chg="mod">
          <ac:chgData name="Олексій Толстік" userId="b221b3d652e55fe8" providerId="LiveId" clId="{06DB6117-75DE-47A2-AF6E-2CDF892EB53A}" dt="2026-07-02T01:00:00.656" v="850" actId="20577"/>
          <ac:spMkLst>
            <pc:docMk/>
            <pc:sldMk cId="234882108" sldId="275"/>
            <ac:spMk id="127" creationId="{EA4B4702-8637-5A68-1306-79D2AE961149}"/>
          </ac:spMkLst>
        </pc:spChg>
        <pc:picChg chg="mod">
          <ac:chgData name="Олексій Толстік" userId="b221b3d652e55fe8" providerId="LiveId" clId="{06DB6117-75DE-47A2-AF6E-2CDF892EB53A}" dt="2026-07-02T00:59:48.163" v="832" actId="1076"/>
          <ac:picMkLst>
            <pc:docMk/>
            <pc:sldMk cId="234882108" sldId="275"/>
            <ac:picMk id="3" creationId="{66948CC3-409F-FA5F-B717-D05D3C57D6E7}"/>
          </ac:picMkLst>
        </pc:picChg>
        <pc:picChg chg="mod">
          <ac:chgData name="Олексій Толстік" userId="b221b3d652e55fe8" providerId="LiveId" clId="{06DB6117-75DE-47A2-AF6E-2CDF892EB53A}" dt="2026-07-02T00:59:51.211" v="833" actId="1076"/>
          <ac:picMkLst>
            <pc:docMk/>
            <pc:sldMk cId="234882108" sldId="275"/>
            <ac:picMk id="8" creationId="{F897A3CD-A2A9-B294-5055-558FCE80AD57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1:01:03.929" v="863" actId="1076"/>
        <pc:sldMkLst>
          <pc:docMk/>
          <pc:sldMk cId="2392204538" sldId="276"/>
        </pc:sldMkLst>
        <pc:spChg chg="mod">
          <ac:chgData name="Олексій Толстік" userId="b221b3d652e55fe8" providerId="LiveId" clId="{06DB6117-75DE-47A2-AF6E-2CDF892EB53A}" dt="2026-07-01T21:13:38.587" v="532" actId="20577"/>
          <ac:spMkLst>
            <pc:docMk/>
            <pc:sldMk cId="2392204538" sldId="276"/>
            <ac:spMk id="6" creationId="{C40A01AE-64CD-DCDC-8DB8-52D5E47B805B}"/>
          </ac:spMkLst>
        </pc:spChg>
        <pc:spChg chg="mod">
          <ac:chgData name="Олексій Толстік" userId="b221b3d652e55fe8" providerId="LiveId" clId="{06DB6117-75DE-47A2-AF6E-2CDF892EB53A}" dt="2026-07-02T01:01:03.929" v="863" actId="1076"/>
          <ac:spMkLst>
            <pc:docMk/>
            <pc:sldMk cId="2392204538" sldId="276"/>
            <ac:spMk id="134" creationId="{AF202CE0-AE08-E2D6-2170-364AA0B2A4E9}"/>
          </ac:spMkLst>
        </pc:spChg>
        <pc:picChg chg="mod">
          <ac:chgData name="Олексій Толстік" userId="b221b3d652e55fe8" providerId="LiveId" clId="{06DB6117-75DE-47A2-AF6E-2CDF892EB53A}" dt="2026-07-01T18:06:09.821" v="7" actId="1076"/>
          <ac:picMkLst>
            <pc:docMk/>
            <pc:sldMk cId="2392204538" sldId="276"/>
            <ac:picMk id="7" creationId="{22BC188D-2215-E97A-E45A-FFEAF89A0BF8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1T21:22:55.920" v="613" actId="1076"/>
        <pc:sldMkLst>
          <pc:docMk/>
          <pc:sldMk cId="2221474558" sldId="277"/>
        </pc:sldMkLst>
        <pc:spChg chg="mod">
          <ac:chgData name="Олексій Толстік" userId="b221b3d652e55fe8" providerId="LiveId" clId="{06DB6117-75DE-47A2-AF6E-2CDF892EB53A}" dt="2026-07-01T21:22:55.920" v="613" actId="1076"/>
          <ac:spMkLst>
            <pc:docMk/>
            <pc:sldMk cId="2221474558" sldId="277"/>
            <ac:spMk id="141" creationId="{7A916020-FEB3-C81C-4482-FCD45770EB97}"/>
          </ac:spMkLst>
        </pc:spChg>
      </pc:sldChg>
      <pc:sldChg chg="addSp modSp mod modTransition">
        <pc:chgData name="Олексій Толстік" userId="b221b3d652e55fe8" providerId="LiveId" clId="{06DB6117-75DE-47A2-AF6E-2CDF892EB53A}" dt="2026-07-02T01:06:11.313" v="925" actId="1076"/>
        <pc:sldMkLst>
          <pc:docMk/>
          <pc:sldMk cId="3092121829" sldId="278"/>
        </pc:sldMkLst>
        <pc:spChg chg="mod">
          <ac:chgData name="Олексій Толстік" userId="b221b3d652e55fe8" providerId="LiveId" clId="{06DB6117-75DE-47A2-AF6E-2CDF892EB53A}" dt="2026-07-01T18:43:00.940" v="48" actId="1076"/>
          <ac:spMkLst>
            <pc:docMk/>
            <pc:sldMk cId="3092121829" sldId="278"/>
            <ac:spMk id="11" creationId="{C9CFA9DC-9FF0-FEFB-6DB1-8F6483283082}"/>
          </ac:spMkLst>
        </pc:spChg>
        <pc:spChg chg="mod">
          <ac:chgData name="Олексій Толстік" userId="b221b3d652e55fe8" providerId="LiveId" clId="{06DB6117-75DE-47A2-AF6E-2CDF892EB53A}" dt="2026-07-02T01:06:11.313" v="925" actId="1076"/>
          <ac:spMkLst>
            <pc:docMk/>
            <pc:sldMk cId="3092121829" sldId="278"/>
            <ac:spMk id="13" creationId="{93DF93C7-14EE-7B4C-4AF5-D5280872FAA3}"/>
          </ac:spMkLst>
        </pc:spChg>
        <pc:spChg chg="mod">
          <ac:chgData name="Олексій Толстік" userId="b221b3d652e55fe8" providerId="LiveId" clId="{06DB6117-75DE-47A2-AF6E-2CDF892EB53A}" dt="2026-07-01T18:42:39.682" v="46" actId="14100"/>
          <ac:spMkLst>
            <pc:docMk/>
            <pc:sldMk cId="3092121829" sldId="278"/>
            <ac:spMk id="18" creationId="{98726C1F-6FE4-40F9-41B4-456E9E78E567}"/>
          </ac:spMkLst>
        </pc:spChg>
        <pc:grpChg chg="mod">
          <ac:chgData name="Олексій Толстік" userId="b221b3d652e55fe8" providerId="LiveId" clId="{06DB6117-75DE-47A2-AF6E-2CDF892EB53A}" dt="2026-07-01T18:43:17.622" v="50" actId="1076"/>
          <ac:grpSpMkLst>
            <pc:docMk/>
            <pc:sldMk cId="3092121829" sldId="278"/>
            <ac:grpSpMk id="19" creationId="{B8441C05-8736-1353-F095-6F6C35A00521}"/>
          </ac:grpSpMkLst>
        </pc:grpChg>
        <pc:picChg chg="add mod">
          <ac:chgData name="Олексій Толстік" userId="b221b3d652e55fe8" providerId="LiveId" clId="{06DB6117-75DE-47A2-AF6E-2CDF892EB53A}" dt="2026-07-02T00:57:40.083" v="820" actId="1076"/>
          <ac:picMkLst>
            <pc:docMk/>
            <pc:sldMk cId="3092121829" sldId="278"/>
            <ac:picMk id="4" creationId="{2566DF4A-ED7C-4627-9145-E92373DED38B}"/>
          </ac:picMkLst>
        </pc:picChg>
        <pc:picChg chg="mod">
          <ac:chgData name="Олексій Толстік" userId="b221b3d652e55fe8" providerId="LiveId" clId="{06DB6117-75DE-47A2-AF6E-2CDF892EB53A}" dt="2026-07-02T00:57:41.712" v="821" actId="1076"/>
          <ac:picMkLst>
            <pc:docMk/>
            <pc:sldMk cId="3092121829" sldId="278"/>
            <ac:picMk id="6" creationId="{06E4B70E-1C09-912E-3F14-90537602BD89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1:06:18.791" v="926" actId="1076"/>
        <pc:sldMkLst>
          <pc:docMk/>
          <pc:sldMk cId="889678473" sldId="279"/>
        </pc:sldMkLst>
        <pc:spChg chg="mod">
          <ac:chgData name="Олексій Толстік" userId="b221b3d652e55fe8" providerId="LiveId" clId="{06DB6117-75DE-47A2-AF6E-2CDF892EB53A}" dt="2026-07-01T18:45:04.544" v="67" actId="14100"/>
          <ac:spMkLst>
            <pc:docMk/>
            <pc:sldMk cId="889678473" sldId="279"/>
            <ac:spMk id="11" creationId="{663AC1E2-50B2-17DC-715E-1148F77E2495}"/>
          </ac:spMkLst>
        </pc:spChg>
        <pc:spChg chg="mod">
          <ac:chgData name="Олексій Толстік" userId="b221b3d652e55fe8" providerId="LiveId" clId="{06DB6117-75DE-47A2-AF6E-2CDF892EB53A}" dt="2026-07-02T01:06:18.791" v="926" actId="1076"/>
          <ac:spMkLst>
            <pc:docMk/>
            <pc:sldMk cId="889678473" sldId="279"/>
            <ac:spMk id="13" creationId="{EB85C5E0-0CB4-FB20-139C-9DDC19DDC9F3}"/>
          </ac:spMkLst>
        </pc:spChg>
        <pc:spChg chg="mod">
          <ac:chgData name="Олексій Толстік" userId="b221b3d652e55fe8" providerId="LiveId" clId="{06DB6117-75DE-47A2-AF6E-2CDF892EB53A}" dt="2026-07-01T18:45:10.586" v="68" actId="14100"/>
          <ac:spMkLst>
            <pc:docMk/>
            <pc:sldMk cId="889678473" sldId="279"/>
            <ac:spMk id="18" creationId="{ACBFB14A-8D97-DD40-ED7D-7082A4D3C885}"/>
          </ac:spMkLst>
        </pc:spChg>
        <pc:spChg chg="mod">
          <ac:chgData name="Олексій Толстік" userId="b221b3d652e55fe8" providerId="LiveId" clId="{06DB6117-75DE-47A2-AF6E-2CDF892EB53A}" dt="2026-07-02T00:58:43.962" v="828" actId="20577"/>
          <ac:spMkLst>
            <pc:docMk/>
            <pc:sldMk cId="889678473" sldId="279"/>
            <ac:spMk id="113" creationId="{E56D2A3B-A5CD-D04C-6161-5065595E54DF}"/>
          </ac:spMkLst>
        </pc:spChg>
        <pc:picChg chg="mod">
          <ac:chgData name="Олексій Толстік" userId="b221b3d652e55fe8" providerId="LiveId" clId="{06DB6117-75DE-47A2-AF6E-2CDF892EB53A}" dt="2026-07-02T00:59:01.701" v="830" actId="1076"/>
          <ac:picMkLst>
            <pc:docMk/>
            <pc:sldMk cId="889678473" sldId="279"/>
            <ac:picMk id="4" creationId="{AFCAF3E1-3F7F-AF7E-2D17-07767926AEE0}"/>
          </ac:picMkLst>
        </pc:picChg>
      </pc:sldChg>
      <pc:sldChg chg="modSp mod modTransition">
        <pc:chgData name="Олексій Толстік" userId="b221b3d652e55fe8" providerId="LiveId" clId="{06DB6117-75DE-47A2-AF6E-2CDF892EB53A}" dt="2026-07-02T00:55:24.435" v="776" actId="1076"/>
        <pc:sldMkLst>
          <pc:docMk/>
          <pc:sldMk cId="1451215319" sldId="280"/>
        </pc:sldMkLst>
        <pc:spChg chg="mod">
          <ac:chgData name="Олексій Толстік" userId="b221b3d652e55fe8" providerId="LiveId" clId="{06DB6117-75DE-47A2-AF6E-2CDF892EB53A}" dt="2026-07-02T00:55:24.435" v="776" actId="1076"/>
          <ac:spMkLst>
            <pc:docMk/>
            <pc:sldMk cId="1451215319" sldId="280"/>
            <ac:spMk id="4" creationId="{653F08B9-0CE7-5066-A785-463BFB8D380D}"/>
          </ac:spMkLst>
        </pc:spChg>
        <pc:spChg chg="mod">
          <ac:chgData name="Олексій Толстік" userId="b221b3d652e55fe8" providerId="LiveId" clId="{06DB6117-75DE-47A2-AF6E-2CDF892EB53A}" dt="2026-07-02T00:55:00.822" v="774" actId="1076"/>
          <ac:spMkLst>
            <pc:docMk/>
            <pc:sldMk cId="1451215319" sldId="280"/>
            <ac:spMk id="99" creationId="{2878F657-3A11-5CA1-D5BF-CA6B4A0884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FDBD723-248C-D798-9AA0-B04ADCA7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3E131D63-A16B-4715-E2C3-3DCDD287F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2B1328A6-256E-D340-8C3F-6877C1B13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1455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B8B8CBA-CC57-9AFB-0289-62BD010A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907DBC5A-6074-CCB5-F40D-675637631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ED81CD5F-EA40-7294-B2F3-EAD1007C8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249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7E10FF9-E7C9-AC27-77E7-8192AD1B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>
            <a:extLst>
              <a:ext uri="{FF2B5EF4-FFF2-40B4-BE49-F238E27FC236}">
                <a16:creationId xmlns:a16="http://schemas.microsoft.com/office/drawing/2014/main" id="{8FA741E6-5BF8-86C0-AC76-7BF0A9B9C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>
            <a:extLst>
              <a:ext uri="{FF2B5EF4-FFF2-40B4-BE49-F238E27FC236}">
                <a16:creationId xmlns:a16="http://schemas.microsoft.com/office/drawing/2014/main" id="{4A2EF4CC-8C07-1DBF-CE62-349F42DA4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6312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F659113-054C-9F40-3BA8-2DCCA9E8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62E5D6A3-7E91-0C95-908F-2B186B021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FD8A4B74-26AA-E820-DDA0-A705A42CF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495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14401" y="465722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>
                <a:solidFill>
                  <a:srgbClr val="CCA677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>
              <a:solidFill>
                <a:srgbClr val="CCA677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 sz="1000">
                <a:solidFill>
                  <a:srgbClr val="CCA677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 dirty="0">
              <a:solidFill>
                <a:srgbClr val="CCA677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654E22FF-5AC6-4AD7-B06F-480473628D2B}"/>
              </a:ext>
            </a:extLst>
          </p:cNvPr>
          <p:cNvSpPr/>
          <p:nvPr/>
        </p:nvSpPr>
        <p:spPr>
          <a:xfrm>
            <a:off x="5542754" y="3202705"/>
            <a:ext cx="1730380" cy="820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BF0F5DC9-71D6-2A78-A88F-2C83BBA2A472}"/>
              </a:ext>
            </a:extLst>
          </p:cNvPr>
          <p:cNvSpPr/>
          <p:nvPr/>
        </p:nvSpPr>
        <p:spPr>
          <a:xfrm>
            <a:off x="2041520" y="1135939"/>
            <a:ext cx="1730380" cy="820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968590" y="1889741"/>
            <a:ext cx="5217065" cy="6463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Інтелектуальна система агрегації та семантичного аналізу користувацького фідбеку</a:t>
            </a:r>
            <a:endParaRPr lang="uk-UA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565442" y="3607293"/>
            <a:ext cx="4023359" cy="1173713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Виконав: Ковалевич Д. І., група ПЗПІ-22-9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sz="1400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Науковий к</a:t>
            </a:r>
            <a:r>
              <a:rPr lang="uk-UA" sz="1400" noProof="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ерівник</a:t>
            </a:r>
            <a:r>
              <a:rPr lang="uk-UA" sz="1400" noProof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 доц. кафедри ПІ</a:t>
            </a:r>
            <a:r>
              <a:rPr lang="uk-UA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Вечур</a:t>
            </a:r>
            <a:r>
              <a:rPr lang="uk-UA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О. В.</a:t>
            </a:r>
            <a:endParaRPr lang="uk-UA" sz="1400" noProof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kstvak 4">
            <a:extLst>
              <a:ext uri="{FF2B5EF4-FFF2-40B4-BE49-F238E27FC236}">
                <a16:creationId xmlns:a16="http://schemas.microsoft.com/office/drawing/2014/main" id="{FB9F971F-260B-C45D-CA9B-8A5683F608A9}"/>
              </a:ext>
            </a:extLst>
          </p:cNvPr>
          <p:cNvSpPr txBox="1"/>
          <p:nvPr/>
        </p:nvSpPr>
        <p:spPr>
          <a:xfrm>
            <a:off x="0" y="568073"/>
            <a:ext cx="9133753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</a:p>
          <a:p>
            <a:pPr algn="ctr"/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Харківський національний університет радіоелектроніки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8F2FB-A40D-4458-1696-F998C3ADD41A}"/>
              </a:ext>
            </a:extLst>
          </p:cNvPr>
          <p:cNvSpPr txBox="1"/>
          <p:nvPr/>
        </p:nvSpPr>
        <p:spPr>
          <a:xfrm>
            <a:off x="10247" y="1223109"/>
            <a:ext cx="9133753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КВАЛІФІКАЦІЙНА РОБОТА БАКАЛАВРА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uk-U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EDD87-130A-3B51-7563-F0AB8B86F15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fld>
            <a:endParaRPr lang="uk-UA" noProof="0" dirty="0">
              <a:solidFill>
                <a:srgbClr val="CCA67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FF5219-5288-2412-0946-94E1F6E81E87}"/>
              </a:ext>
            </a:extLst>
          </p:cNvPr>
          <p:cNvSpPr txBox="1"/>
          <p:nvPr/>
        </p:nvSpPr>
        <p:spPr>
          <a:xfrm>
            <a:off x="3926796" y="4810445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Харків 2026 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та мета роботи</a:t>
            </a:r>
            <a:endParaRPr lang="uk-UA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8616E7B-BDD7-12DB-1013-53B1286E3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4260300" cy="33540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uk-UA" b="1" dirty="0"/>
              <a:t>Проблематика галузі</a:t>
            </a:r>
            <a:endParaRPr lang="uk-UA" dirty="0"/>
          </a:p>
          <a:p>
            <a:pPr marL="114300" indent="0">
              <a:buNone/>
            </a:pPr>
            <a:endParaRPr lang="uk-UA" dirty="0"/>
          </a:p>
          <a:p>
            <a:r>
              <a:rPr lang="uk-UA" dirty="0"/>
              <a:t>Величезні масиви неструктурованого тексту.</a:t>
            </a:r>
          </a:p>
          <a:p>
            <a:r>
              <a:rPr lang="uk-UA" dirty="0"/>
              <a:t>Низька щільність корисних технічних даних.</a:t>
            </a:r>
          </a:p>
          <a:p>
            <a:r>
              <a:rPr lang="uk-UA" dirty="0"/>
              <a:t>Багатомовність та складний </a:t>
            </a:r>
            <a:r>
              <a:rPr lang="uk-UA" dirty="0" err="1"/>
              <a:t>геймерський</a:t>
            </a:r>
            <a:r>
              <a:rPr lang="uk-UA" dirty="0"/>
              <a:t> сленг.</a:t>
            </a:r>
          </a:p>
          <a:p>
            <a:r>
              <a:rPr lang="uk-UA" dirty="0"/>
              <a:t>Трудомісткість ручного аналізу (</a:t>
            </a:r>
            <a:r>
              <a:rPr lang="uk-UA" dirty="0" err="1"/>
              <a:t>Manual</a:t>
            </a:r>
            <a:r>
              <a:rPr lang="uk-UA" dirty="0"/>
              <a:t> </a:t>
            </a:r>
            <a:r>
              <a:rPr lang="uk-UA" dirty="0" err="1"/>
              <a:t>Feedback</a:t>
            </a:r>
            <a:r>
              <a:rPr lang="uk-UA" dirty="0"/>
              <a:t>).</a:t>
            </a:r>
            <a:br>
              <a:rPr lang="uk-UA" dirty="0"/>
            </a:br>
            <a:endParaRPr lang="uk-UA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uk-UA" noProof="0" dirty="0">
              <a:solidFill>
                <a:srgbClr val="CCA67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Місце для тексту 4">
            <a:extLst>
              <a:ext uri="{FF2B5EF4-FFF2-40B4-BE49-F238E27FC236}">
                <a16:creationId xmlns:a16="http://schemas.microsoft.com/office/drawing/2014/main" id="{087F5707-E484-1B6E-DCDE-A4A1BE7B82EB}"/>
              </a:ext>
            </a:extLst>
          </p:cNvPr>
          <p:cNvSpPr txBox="1">
            <a:spLocks/>
          </p:cNvSpPr>
          <p:nvPr/>
        </p:nvSpPr>
        <p:spPr>
          <a:xfrm>
            <a:off x="4517940" y="1225225"/>
            <a:ext cx="42603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uk-UA" b="1" dirty="0"/>
              <a:t>Цільове рішення</a:t>
            </a:r>
          </a:p>
          <a:p>
            <a:pPr marL="114300" indent="0">
              <a:buNone/>
            </a:pPr>
            <a:endParaRPr lang="uk-UA" dirty="0"/>
          </a:p>
          <a:p>
            <a:r>
              <a:rPr lang="uk-UA" dirty="0"/>
              <a:t>Створення інтелектуального сервісу </a:t>
            </a:r>
            <a:r>
              <a:rPr lang="uk-UA" dirty="0" err="1"/>
              <a:t>Steam</a:t>
            </a:r>
            <a:r>
              <a:rPr lang="uk-UA" dirty="0"/>
              <a:t> </a:t>
            </a:r>
            <a:r>
              <a:rPr lang="uk-UA" dirty="0" err="1"/>
              <a:t>Semantic</a:t>
            </a:r>
            <a:r>
              <a:rPr lang="uk-UA" dirty="0"/>
              <a:t> </a:t>
            </a:r>
            <a:r>
              <a:rPr lang="uk-UA" dirty="0" err="1"/>
              <a:t>Aggregator</a:t>
            </a:r>
            <a:r>
              <a:rPr lang="uk-UA" dirty="0"/>
              <a:t>.</a:t>
            </a:r>
          </a:p>
          <a:p>
            <a:r>
              <a:rPr lang="uk-UA" dirty="0"/>
              <a:t>Головне завдання: Автоматичне виявлення технічних дефектів (багів) та побажань користувачів у режимі реального часу за допомогою великих </a:t>
            </a:r>
            <a:r>
              <a:rPr lang="uk-UA" dirty="0" err="1"/>
              <a:t>мовних</a:t>
            </a:r>
            <a:r>
              <a:rPr lang="uk-UA" dirty="0"/>
              <a:t> моделей штучного інтелекту.</a:t>
            </a:r>
            <a:br>
              <a:rPr lang="uk-UA" dirty="0"/>
            </a:br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існуючих рішень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uk-UA" noProof="0" dirty="0">
              <a:solidFill>
                <a:srgbClr val="CCA67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E1CB269-AE94-60EC-4690-22A4AF3EA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581" y="1341099"/>
            <a:ext cx="4830837" cy="2824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Вимоги до програмної системи</a:t>
            </a:r>
            <a:endParaRPr lang="uk-UA" sz="3200" noProof="0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C0459A-1043-71FA-709E-DE727BE29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137" y="1439854"/>
            <a:ext cx="2383972" cy="245940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uk-UA" b="1" dirty="0"/>
              <a:t>Пошук та </a:t>
            </a:r>
            <a:r>
              <a:rPr lang="uk-UA" b="1" dirty="0" err="1"/>
              <a:t>парсинг</a:t>
            </a:r>
            <a:br>
              <a:rPr lang="uk-UA" dirty="0"/>
            </a:br>
            <a:r>
              <a:rPr lang="uk-UA" dirty="0"/>
              <a:t>Асинхронний збір відгуків через </a:t>
            </a:r>
            <a:r>
              <a:rPr lang="uk-UA" dirty="0" err="1"/>
              <a:t>Steam</a:t>
            </a:r>
            <a:r>
              <a:rPr lang="uk-UA" dirty="0"/>
              <a:t> API за допомогою HTTP-клієнта з пагінацією та фільтрацією дублікатів.</a:t>
            </a:r>
          </a:p>
          <a:p>
            <a:pPr marL="114300" indent="0">
              <a:buNone/>
            </a:pPr>
            <a:br>
              <a:rPr lang="uk-UA" dirty="0"/>
            </a:br>
            <a:endParaRPr lang="uk-UA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t>4</a:t>
            </a:fld>
            <a:endParaRPr lang="uk-UA" noProof="0" dirty="0">
              <a:solidFill>
                <a:srgbClr val="CCA677"/>
              </a:solidFill>
            </a:endParaRPr>
          </a:p>
        </p:txBody>
      </p:sp>
      <p:sp>
        <p:nvSpPr>
          <p:cNvPr id="6" name="Місце для тексту 2">
            <a:extLst>
              <a:ext uri="{FF2B5EF4-FFF2-40B4-BE49-F238E27FC236}">
                <a16:creationId xmlns:a16="http://schemas.microsoft.com/office/drawing/2014/main" id="{BB93B43B-1C68-76EF-0884-E3500A069970}"/>
              </a:ext>
            </a:extLst>
          </p:cNvPr>
          <p:cNvSpPr txBox="1">
            <a:spLocks/>
          </p:cNvSpPr>
          <p:nvPr/>
        </p:nvSpPr>
        <p:spPr>
          <a:xfrm>
            <a:off x="2651760" y="1439854"/>
            <a:ext cx="2967446" cy="216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uk-UA" sz="1400" b="1" dirty="0"/>
              <a:t>Інтелектуальний аналіз</a:t>
            </a:r>
            <a:endParaRPr lang="uk-UA" sz="1400" dirty="0"/>
          </a:p>
          <a:p>
            <a:pPr marL="114300" indent="0">
              <a:buNone/>
            </a:pPr>
            <a:r>
              <a:rPr lang="uk-UA" sz="1400" dirty="0"/>
              <a:t>Пакетна обробка великих масивів тексту за допомогою моделей родини </a:t>
            </a:r>
            <a:r>
              <a:rPr lang="uk-UA" sz="1400" dirty="0" err="1"/>
              <a:t>Gemini</a:t>
            </a:r>
            <a:r>
              <a:rPr lang="uk-UA" sz="1400" dirty="0"/>
              <a:t> для виявлення критичності дефектів.</a:t>
            </a:r>
            <a:br>
              <a:rPr lang="uk-UA" sz="1400" dirty="0"/>
            </a:br>
            <a:br>
              <a:rPr lang="uk-UA" sz="1400" dirty="0"/>
            </a:br>
            <a:endParaRPr lang="uk-UA" sz="1400" dirty="0"/>
          </a:p>
        </p:txBody>
      </p:sp>
      <p:sp>
        <p:nvSpPr>
          <p:cNvPr id="7" name="Місце для тексту 2">
            <a:extLst>
              <a:ext uri="{FF2B5EF4-FFF2-40B4-BE49-F238E27FC236}">
                <a16:creationId xmlns:a16="http://schemas.microsoft.com/office/drawing/2014/main" id="{D27853EC-3321-C662-0D28-6B848E16C929}"/>
              </a:ext>
            </a:extLst>
          </p:cNvPr>
          <p:cNvSpPr txBox="1">
            <a:spLocks/>
          </p:cNvSpPr>
          <p:nvPr/>
        </p:nvSpPr>
        <p:spPr>
          <a:xfrm>
            <a:off x="5482045" y="1439854"/>
            <a:ext cx="3036745" cy="216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uk-UA" sz="1400" b="1" dirty="0"/>
              <a:t>Оптимальне </a:t>
            </a:r>
            <a:r>
              <a:rPr lang="uk-UA" sz="1400" b="1" dirty="0" err="1"/>
              <a:t>кешування</a:t>
            </a:r>
            <a:endParaRPr lang="uk-UA" sz="1400" dirty="0"/>
          </a:p>
          <a:p>
            <a:pPr marL="114300" indent="0">
              <a:buNone/>
            </a:pPr>
            <a:r>
              <a:rPr lang="uk-UA" sz="1400" dirty="0"/>
              <a:t>Збереження структурованих JSON-звітів у </a:t>
            </a:r>
            <a:r>
              <a:rPr lang="uk-UA" sz="1400" dirty="0" err="1"/>
              <a:t>NoSQL</a:t>
            </a:r>
            <a:r>
              <a:rPr lang="uk-UA" sz="1400" dirty="0"/>
              <a:t> базі даних </a:t>
            </a:r>
            <a:r>
              <a:rPr lang="uk-UA" sz="1400" dirty="0" err="1"/>
              <a:t>MongoDB</a:t>
            </a:r>
            <a:r>
              <a:rPr lang="uk-UA" sz="1400" dirty="0"/>
              <a:t> з часом життя документів у 24 години (TTL).</a:t>
            </a:r>
          </a:p>
          <a:p>
            <a:pPr marL="114300" indent="0">
              <a:buNone/>
            </a:pPr>
            <a:br>
              <a:rPr lang="uk-UA" sz="1400" dirty="0"/>
            </a:br>
            <a:br>
              <a:rPr lang="uk-UA" sz="1400" dirty="0"/>
            </a:br>
            <a:endParaRPr lang="uk-U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k-UA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рхітектура</a:t>
            </a: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технологічний стек</a:t>
            </a:r>
            <a:endParaRPr lang="uk-UA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1736956-F472-0EDE-2FF0-D5FCFC8F9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4260300" cy="335400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uk-UA" b="1" dirty="0"/>
              <a:t>Трирівнева архітектура</a:t>
            </a:r>
            <a:endParaRPr lang="uk-UA" dirty="0"/>
          </a:p>
          <a:p>
            <a:pPr marL="114300" indent="0">
              <a:buNone/>
            </a:pPr>
            <a:endParaRPr lang="uk-UA" dirty="0"/>
          </a:p>
          <a:p>
            <a:r>
              <a:rPr lang="uk-UA" b="1" dirty="0"/>
              <a:t>Рівень представлення:</a:t>
            </a:r>
            <a:r>
              <a:rPr lang="uk-UA" dirty="0"/>
              <a:t> SPA-застосунок на Next.js та </a:t>
            </a:r>
            <a:r>
              <a:rPr lang="uk-UA" dirty="0" err="1"/>
              <a:t>Tailwind</a:t>
            </a:r>
            <a:r>
              <a:rPr lang="uk-UA" dirty="0"/>
              <a:t> CSS.</a:t>
            </a:r>
          </a:p>
          <a:p>
            <a:r>
              <a:rPr lang="uk-UA" b="1" dirty="0"/>
              <a:t>Рівень бізнес-логіки:</a:t>
            </a:r>
            <a:r>
              <a:rPr lang="uk-UA" dirty="0"/>
              <a:t> Асинхронний ASGI-сервер </a:t>
            </a:r>
            <a:r>
              <a:rPr lang="uk-UA" dirty="0" err="1"/>
              <a:t>FastAPI</a:t>
            </a:r>
            <a:r>
              <a:rPr lang="uk-UA" dirty="0"/>
              <a:t> (</a:t>
            </a:r>
            <a:r>
              <a:rPr lang="uk-UA" dirty="0" err="1"/>
              <a:t>Python</a:t>
            </a:r>
            <a:r>
              <a:rPr lang="uk-UA" dirty="0"/>
              <a:t>).</a:t>
            </a:r>
          </a:p>
          <a:p>
            <a:r>
              <a:rPr lang="uk-UA" b="1" dirty="0"/>
              <a:t>Рівень збереження даних:</a:t>
            </a:r>
            <a:r>
              <a:rPr lang="uk-UA" dirty="0"/>
              <a:t> </a:t>
            </a:r>
            <a:r>
              <a:rPr lang="uk-UA" dirty="0" err="1"/>
              <a:t>Документо</a:t>
            </a:r>
            <a:r>
              <a:rPr lang="uk-UA" dirty="0"/>
              <a:t>-орієнтована СУБД </a:t>
            </a:r>
            <a:r>
              <a:rPr lang="uk-UA" dirty="0" err="1"/>
              <a:t>MongoDB</a:t>
            </a:r>
            <a:r>
              <a:rPr lang="uk-UA" dirty="0"/>
              <a:t>.</a:t>
            </a:r>
            <a:br>
              <a:rPr lang="uk-UA" dirty="0"/>
            </a:br>
            <a:endParaRPr lang="uk-UA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t>5</a:t>
            </a:fld>
            <a:endParaRPr lang="uk-UA" noProof="0" dirty="0">
              <a:solidFill>
                <a:srgbClr val="CCA677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FB5E51-F761-4A82-4347-7C39C702D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04" y="2046635"/>
            <a:ext cx="3757396" cy="1050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 </a:t>
            </a:r>
            <a:r>
              <a:rPr lang="uk-UA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бази даних</a:t>
            </a:r>
            <a:endParaRPr lang="uk-UA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Місце для тексту 21">
            <a:extLst>
              <a:ext uri="{FF2B5EF4-FFF2-40B4-BE49-F238E27FC236}">
                <a16:creationId xmlns:a16="http://schemas.microsoft.com/office/drawing/2014/main" id="{4DE7533E-8D66-10DA-B880-BDAB8741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4449711" cy="2399718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Особливості схеми документів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Всі дефекти та побажання зберігаються всередині одного документа. Повністю виключені JOIN-операції.</a:t>
            </a:r>
          </a:p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TTL-індексування: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Автоматичне видалення застарілих звітів через 24 години на рівні ядра СУБД.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t>6</a:t>
            </a:fld>
            <a:endParaRPr lang="uk-UA" noProof="0" dirty="0">
              <a:solidFill>
                <a:srgbClr val="CCA677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7E5B4E-4FF6-EFD3-8A9B-F5250DDD9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287" y="1157887"/>
            <a:ext cx="2907662" cy="36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7">
            <a:extLst>
              <a:ext uri="{FF2B5EF4-FFF2-40B4-BE49-F238E27FC236}">
                <a16:creationId xmlns:a16="http://schemas.microsoft.com/office/drawing/2014/main" id="{57B97DCB-5C33-9BAE-17C0-089AA7C92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0" y="3148834"/>
            <a:ext cx="404295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uk-UA" altLang="uk-UA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attern</a:t>
            </a:r>
            <a:r>
              <a:rPr kumimoji="0" lang="uk-UA" altLang="uk-U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(усунення JOIN-операцій).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Індексація: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TTL-індекс на 24 години (автоматичне очищення кешу).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</a:t>
            </a:r>
            <a:r>
              <a:rPr kumimoji="0" lang="uk-UA" altLang="uk-U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</a:t>
            </a:r>
            <a:r>
              <a:rPr kumimoji="0" lang="uk-UA" altLang="uk-U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(асинхронна взаємодія).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17F94E74-2D5D-CB31-8333-B119C90B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2878F657-3A11-5CA1-D5BF-CA6B4A088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Пакетна обробка та </a:t>
            </a:r>
            <a:r>
              <a:rPr lang="uk-UA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ретрай</a:t>
            </a:r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-логіка</a:t>
            </a:r>
            <a:endParaRPr lang="uk-UA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88286C4-B641-3966-5A37-C89F84961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4260300" cy="3354000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uk-UA" b="1" dirty="0" err="1"/>
              <a:t>Батчинг</a:t>
            </a:r>
            <a:r>
              <a:rPr lang="uk-UA" b="1" dirty="0"/>
              <a:t> відгуків (</a:t>
            </a:r>
            <a:r>
              <a:rPr lang="uk-UA" b="1" dirty="0" err="1"/>
              <a:t>Batching</a:t>
            </a:r>
            <a:r>
              <a:rPr lang="uk-UA" b="1" dirty="0"/>
              <a:t>)</a:t>
            </a:r>
            <a:br>
              <a:rPr lang="uk-UA" dirty="0"/>
            </a:br>
            <a:endParaRPr lang="uk-UA" dirty="0"/>
          </a:p>
          <a:p>
            <a:r>
              <a:rPr lang="uk-UA" dirty="0"/>
              <a:t>Розбиття загального пулу відгуків на пакети по </a:t>
            </a:r>
            <a:r>
              <a:rPr lang="uk-UA" b="1" dirty="0"/>
              <a:t>80 штук</a:t>
            </a:r>
            <a:r>
              <a:rPr lang="uk-UA" dirty="0"/>
              <a:t>. Це забезпечує максимальну точність аналізу та запобігає переповненню контекстного вікна LLM.</a:t>
            </a:r>
          </a:p>
          <a:p>
            <a:endParaRPr lang="uk-UA" dirty="0"/>
          </a:p>
          <a:p>
            <a:pPr marL="114300" indent="0">
              <a:buNone/>
            </a:pPr>
            <a:r>
              <a:rPr lang="uk-UA" b="1" dirty="0" err="1"/>
              <a:t>Exponential</a:t>
            </a:r>
            <a:r>
              <a:rPr lang="uk-UA" b="1" dirty="0"/>
              <a:t> </a:t>
            </a:r>
            <a:r>
              <a:rPr lang="uk-UA" b="1" dirty="0" err="1"/>
              <a:t>Backoff</a:t>
            </a:r>
            <a:r>
              <a:rPr lang="uk-UA" b="1" dirty="0"/>
              <a:t> </a:t>
            </a:r>
            <a:r>
              <a:rPr lang="uk-UA" b="1" dirty="0" err="1"/>
              <a:t>Retry</a:t>
            </a:r>
            <a:endParaRPr lang="uk-UA" b="1" dirty="0"/>
          </a:p>
          <a:p>
            <a:pPr marL="114300" indent="0">
              <a:buNone/>
            </a:pPr>
            <a:endParaRPr lang="uk-UA" dirty="0"/>
          </a:p>
          <a:p>
            <a:r>
              <a:rPr lang="uk-UA" dirty="0"/>
              <a:t>Автоматична обробка помилок мережі та перевантаження лімітів (</a:t>
            </a:r>
            <a:r>
              <a:rPr lang="uk-UA" dirty="0" err="1"/>
              <a:t>Rate</a:t>
            </a:r>
            <a:r>
              <a:rPr lang="uk-UA" dirty="0"/>
              <a:t> </a:t>
            </a:r>
            <a:r>
              <a:rPr lang="uk-UA" dirty="0" err="1"/>
              <a:t>limits</a:t>
            </a:r>
            <a:r>
              <a:rPr lang="uk-UA" dirty="0"/>
              <a:t>) за схемою: </a:t>
            </a:r>
            <a:r>
              <a:rPr lang="uk-UA" b="1" dirty="0"/>
              <a:t>5с ➔ 10с ➔ 20с</a:t>
            </a:r>
            <a:r>
              <a:rPr lang="uk-UA" dirty="0"/>
              <a:t> очікування.</a:t>
            </a:r>
            <a:br>
              <a:rPr lang="uk-UA" dirty="0"/>
            </a:br>
            <a:endParaRPr lang="uk-UA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9DB81C49-23F7-7FF6-E1CA-23FF706FD7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145FCC-C77C-8AD2-5B65-466B6593976C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t>7</a:t>
            </a:fld>
            <a:endParaRPr lang="uk-UA" noProof="0" dirty="0">
              <a:solidFill>
                <a:srgbClr val="CCA677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790998-161A-BB9C-19A4-026323434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126" y="1822267"/>
            <a:ext cx="2468919" cy="181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1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16C1C-EBBB-9680-DE8F-D9A2E74E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15925"/>
            <a:ext cx="5978066" cy="831300"/>
          </a:xfrm>
        </p:spPr>
        <p:txBody>
          <a:bodyPr>
            <a:normAutofit fontScale="90000"/>
          </a:bodyPr>
          <a:lstStyle/>
          <a:p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діаграма діяльності та логіка стійкості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2E0B92-E677-FC5D-8DAB-058F8FF10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606" y="257142"/>
            <a:ext cx="3584355" cy="473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AF715F8-7FEB-801B-AAEE-0159958F0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289436"/>
            <a:ext cx="484175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 процесів: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UML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життєвого циклу обробки користувацького фідбеку.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Асинхронний клієнт: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Ітераційне витягування даних через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Steam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за допомогою HTTP-клієнта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httpx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пагінацією по унікальному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-маркеру.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Захист від відмови зовнішніх сервісів: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Інтеграція стійкого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ретрай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-шару для обробки помилок мережі та обмежень частоти запитів (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HTTP 503 /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Unavailable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Стратегія </a:t>
            </a:r>
            <a:r>
              <a:rPr kumimoji="0" lang="uk-UA" altLang="uk-UA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Exponential</a:t>
            </a: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Backoff</a:t>
            </a: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Прогресивне збільшення затримки між повторними спробами запитів до </a:t>
            </a:r>
            <a:r>
              <a:rPr kumimoji="0" lang="uk-UA" altLang="uk-UA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за схемою: 5с ➔ 10с ➔ 20с.</a:t>
            </a:r>
          </a:p>
        </p:txBody>
      </p:sp>
    </p:spTree>
    <p:extLst>
      <p:ext uri="{BB962C8B-B14F-4D97-AF65-F5344CB8AC3E}">
        <p14:creationId xmlns:p14="http://schemas.microsoft.com/office/powerpoint/2010/main" val="358107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F69CD52C-C6E6-3FA1-00E7-95728AC0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CACC5DA8-1DAE-7499-1533-710614B9F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/>
              <a:t>Алгоритм </a:t>
            </a:r>
            <a:r>
              <a:rPr lang="uk-UA" sz="3200" dirty="0" err="1"/>
              <a:t>дедуплікації</a:t>
            </a:r>
            <a:r>
              <a:rPr lang="uk-UA" sz="3200" dirty="0"/>
              <a:t> дефектів</a:t>
            </a:r>
            <a:endParaRPr lang="uk-UA" sz="3200" noProof="0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1217D55-68BC-11F9-2FD6-218F17B80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3907603" cy="3354000"/>
          </a:xfrm>
        </p:spPr>
        <p:txBody>
          <a:bodyPr/>
          <a:lstStyle/>
          <a:p>
            <a:pPr marL="114300" indent="0">
              <a:buNone/>
            </a:pPr>
            <a:r>
              <a:rPr lang="uk-UA" b="1" dirty="0"/>
              <a:t>Лінгвістичне злиття</a:t>
            </a:r>
            <a:endParaRPr lang="uk-UA" dirty="0"/>
          </a:p>
          <a:p>
            <a:pPr marL="114300" indent="0">
              <a:buNone/>
            </a:pPr>
            <a:r>
              <a:rPr lang="uk-UA" dirty="0"/>
              <a:t>Гравці часто описують один і той самий баг різними словами. Алгоритм групує схожі сутності, що дозволяє уникнути шуму та дублювання інформації.</a:t>
            </a:r>
            <a:endParaRPr lang="en-US" dirty="0"/>
          </a:p>
          <a:p>
            <a:pPr marL="114300" indent="0">
              <a:buNone/>
            </a:pPr>
            <a:br>
              <a:rPr lang="uk-UA" dirty="0"/>
            </a:br>
            <a:endParaRPr lang="uk-UA" dirty="0"/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40B3B5AA-2391-A723-D898-1422B008A7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7E4E8D-B717-B8E4-C36D-923860C9EDA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t>9</a:t>
            </a:fld>
            <a:endParaRPr lang="uk-UA" noProof="0" dirty="0">
              <a:solidFill>
                <a:srgbClr val="CCA677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95A702-0FD1-F708-752E-D332550D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37" y="1682970"/>
            <a:ext cx="4105317" cy="177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6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Експериментальне тестування</a:t>
            </a:r>
            <a:endParaRPr lang="uk-UA" sz="3200" noProof="0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4460F1F-CD1D-8A90-C5D2-6B4FD89C0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4260299" cy="3354000"/>
          </a:xfrm>
        </p:spPr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uk-UA" b="1" dirty="0"/>
              <a:t>Кейс: </a:t>
            </a:r>
            <a:r>
              <a:rPr lang="uk-UA" b="1" dirty="0" err="1"/>
              <a:t>Cyberpunk</a:t>
            </a:r>
            <a:r>
              <a:rPr lang="uk-UA" b="1" dirty="0"/>
              <a:t> 2077 (</a:t>
            </a:r>
            <a:r>
              <a:rPr lang="uk-UA" b="1" dirty="0" err="1"/>
              <a:t>AppID</a:t>
            </a:r>
            <a:r>
              <a:rPr lang="uk-UA" b="1" dirty="0"/>
              <a:t>: 1091500)</a:t>
            </a:r>
            <a:endParaRPr lang="uk-UA" dirty="0"/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r>
              <a:rPr lang="uk-UA" dirty="0"/>
              <a:t>Тестування на реальному масиві даних підтвердило високу стійкість системи.</a:t>
            </a:r>
            <a:br>
              <a:rPr lang="uk-UA" dirty="0"/>
            </a:br>
            <a:endParaRPr lang="uk-UA" dirty="0"/>
          </a:p>
          <a:p>
            <a:pPr marL="114300" indent="0">
              <a:buNone/>
            </a:pPr>
            <a:r>
              <a:rPr lang="uk-UA" dirty="0"/>
              <a:t>Алгоритм </a:t>
            </a:r>
            <a:r>
              <a:rPr lang="uk-UA" dirty="0" err="1"/>
              <a:t>дедуплікації</a:t>
            </a:r>
            <a:r>
              <a:rPr lang="uk-UA" dirty="0"/>
              <a:t> успішно виявив та об'єднав повторювані скарги, скоротивши кількість записів з 62 до 39 унікальних дефектів, видаливши </a:t>
            </a:r>
            <a:r>
              <a:rPr lang="uk-UA" dirty="0" err="1"/>
              <a:t>зашумлені</a:t>
            </a:r>
            <a:r>
              <a:rPr lang="uk-UA" dirty="0"/>
              <a:t> та дубльовані коментарі.</a:t>
            </a:r>
            <a:br>
              <a:rPr lang="uk-UA" dirty="0"/>
            </a:br>
            <a:endParaRPr lang="uk-UA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pPr algn="ctr"/>
              <a:t>10</a:t>
            </a:fld>
            <a:endParaRPr lang="uk-UA" noProof="0" dirty="0">
              <a:solidFill>
                <a:srgbClr val="CCA67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5F96D-7FA7-FFF1-21ED-C7CC323A0812}"/>
              </a:ext>
            </a:extLst>
          </p:cNvPr>
          <p:cNvSpPr txBox="1"/>
          <p:nvPr/>
        </p:nvSpPr>
        <p:spPr>
          <a:xfrm>
            <a:off x="4441371" y="1225225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 метрики: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Обсяг: 300 відгуків.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 аналізу: 24.2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Знайдено: 39 унікальних багів, 23 побажання.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7909BE-2D6A-5E5B-21A8-3BF2B5777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935" y="2366973"/>
            <a:ext cx="4199869" cy="11795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02F01-5D71-2598-64E2-47E68C20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Модульне та інтеграційне тестування (QA)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B5F147-33C3-EB11-8547-DAEBFED17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946" y="1850761"/>
            <a:ext cx="4572000" cy="109184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2829A3E-0F6D-B7E6-8B40-DC9B763D1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6837" y="1499276"/>
            <a:ext cx="44251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Двошаровий підхід до тестування: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Поєднання асинхронного модульного (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та інтеграційного тестування бізнес-логіки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бекенду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Інструментарій контролю якості: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Використання тестового фреймворку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розширенням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pytest-asyncio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неблокуючих методів.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Ізоляція компонентів: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Застосування бібліотеки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unittest.mock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симуляції відповідей зовнішніх систем (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Steam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/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Шаблон проєктування тестів: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Реалізація тест-кейсів за суворим інженерним стандартом AAA (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Arrange-Act-Assert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100% успішне покриття критичних вузлів (перевірка схем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валідації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логіки </a:t>
            </a:r>
            <a:r>
              <a:rPr kumimoji="0" lang="uk-UA" altLang="uk-UA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батчингу</a:t>
            </a:r>
            <a:r>
              <a:rPr kumimoji="0" lang="uk-UA" altLang="uk-UA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 методів бази даних).</a:t>
            </a:r>
          </a:p>
        </p:txBody>
      </p:sp>
    </p:spTree>
    <p:extLst>
      <p:ext uri="{BB962C8B-B14F-4D97-AF65-F5344CB8AC3E}">
        <p14:creationId xmlns:p14="http://schemas.microsoft.com/office/powerpoint/2010/main" val="1038119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3;p20">
            <a:extLst>
              <a:ext uri="{FF2B5EF4-FFF2-40B4-BE49-F238E27FC236}">
                <a16:creationId xmlns:a16="http://schemas.microsoft.com/office/drawing/2014/main" id="{0EDB6164-B6D9-26B6-F522-333B84345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50" y="315913"/>
            <a:ext cx="8521700" cy="831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Демонстрація інтерфейсу</a:t>
            </a:r>
            <a:endParaRPr lang="uk-UA" sz="3200" noProof="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F88831-448E-4840-4CAE-7A400C30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972" y="1331214"/>
            <a:ext cx="4904055" cy="290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5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Демонстрація інтерфейсу</a:t>
            </a:r>
            <a:endParaRPr lang="uk-UA" sz="3200" noProof="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534400" y="4606349"/>
            <a:ext cx="577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pPr algn="ctr"/>
              <a:t>13</a:t>
            </a:fld>
            <a:endParaRPr lang="uk-UA" noProof="0" dirty="0">
              <a:solidFill>
                <a:srgbClr val="CCA677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C5B910-A9A0-9999-15A8-D64471BF0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542" y="1236909"/>
            <a:ext cx="5506613" cy="3279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2F68884-58C5-37FD-7931-5C8E214D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0F962029-83C1-1E77-2F97-B73A91FC76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Висновки</a:t>
            </a:r>
            <a:endParaRPr lang="uk-UA" sz="3200" noProof="0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AA4B6B4-5095-60B1-E355-123F3AF5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3946791" cy="3354000"/>
          </a:xfrm>
        </p:spPr>
        <p:txBody>
          <a:bodyPr>
            <a:normAutofit fontScale="85000" lnSpcReduction="10000"/>
          </a:bodyPr>
          <a:lstStyle/>
          <a:p>
            <a:pPr marL="114300" indent="0">
              <a:buNone/>
            </a:pPr>
            <a:r>
              <a:rPr lang="uk-UA" b="1" dirty="0"/>
              <a:t>Результати роботи</a:t>
            </a:r>
            <a:br>
              <a:rPr lang="uk-UA" dirty="0"/>
            </a:br>
            <a:endParaRPr lang="uk-UA" dirty="0"/>
          </a:p>
          <a:p>
            <a:r>
              <a:rPr lang="uk-UA" dirty="0"/>
              <a:t>Спроєктовано та реалізовано інтелектуальну систему збору та аналізу фідбеку </a:t>
            </a:r>
            <a:r>
              <a:rPr lang="uk-UA" dirty="0" err="1"/>
              <a:t>Steam</a:t>
            </a:r>
            <a:r>
              <a:rPr lang="uk-UA" dirty="0"/>
              <a:t>.</a:t>
            </a:r>
          </a:p>
          <a:p>
            <a:r>
              <a:rPr lang="uk-UA" dirty="0"/>
              <a:t>Використано асинхронні підходи для високої швидкодії системи (</a:t>
            </a:r>
            <a:r>
              <a:rPr lang="uk-UA" dirty="0" err="1"/>
              <a:t>FastAPI</a:t>
            </a:r>
            <a:r>
              <a:rPr lang="uk-UA" dirty="0"/>
              <a:t> / Next.js).</a:t>
            </a:r>
          </a:p>
          <a:p>
            <a:r>
              <a:rPr lang="uk-UA" dirty="0"/>
              <a:t>Розроблено та </a:t>
            </a:r>
            <a:r>
              <a:rPr lang="uk-UA" dirty="0" err="1"/>
              <a:t>протестовано</a:t>
            </a:r>
            <a:r>
              <a:rPr lang="uk-UA" dirty="0"/>
              <a:t> унікальний алгоритм </a:t>
            </a:r>
            <a:r>
              <a:rPr lang="uk-UA" dirty="0" err="1"/>
              <a:t>дедуплікації</a:t>
            </a:r>
            <a:r>
              <a:rPr lang="uk-UA" dirty="0"/>
              <a:t> багів (ефективність 37%).</a:t>
            </a:r>
          </a:p>
          <a:p>
            <a:pPr marL="114300" indent="0">
              <a:buNone/>
            </a:pPr>
            <a:br>
              <a:rPr lang="uk-UA" dirty="0"/>
            </a:br>
            <a:endParaRPr lang="uk-UA" dirty="0"/>
          </a:p>
        </p:txBody>
      </p:sp>
      <p:pic>
        <p:nvPicPr>
          <p:cNvPr id="115" name="Google Shape;115;p20">
            <a:extLst>
              <a:ext uri="{FF2B5EF4-FFF2-40B4-BE49-F238E27FC236}">
                <a16:creationId xmlns:a16="http://schemas.microsoft.com/office/drawing/2014/main" id="{8CCDC388-A0A9-1B29-294C-0F224EAC2A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13996D-FF66-02A6-2767-461A6A071ECA}"/>
              </a:ext>
            </a:extLst>
          </p:cNvPr>
          <p:cNvSpPr txBox="1"/>
          <p:nvPr/>
        </p:nvSpPr>
        <p:spPr>
          <a:xfrm>
            <a:off x="8620236" y="4606349"/>
            <a:ext cx="491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pPr algn="ctr"/>
              <a:t>14</a:t>
            </a:fld>
            <a:endParaRPr lang="uk-UA" noProof="0" dirty="0">
              <a:solidFill>
                <a:srgbClr val="CCA677"/>
              </a:solidFill>
            </a:endParaRPr>
          </a:p>
        </p:txBody>
      </p:sp>
      <p:sp>
        <p:nvSpPr>
          <p:cNvPr id="8" name="Місце для тексту 2">
            <a:extLst>
              <a:ext uri="{FF2B5EF4-FFF2-40B4-BE49-F238E27FC236}">
                <a16:creationId xmlns:a16="http://schemas.microsoft.com/office/drawing/2014/main" id="{B9AAA069-8BD0-CA5C-1538-4432B6DCA0D7}"/>
              </a:ext>
            </a:extLst>
          </p:cNvPr>
          <p:cNvSpPr txBox="1">
            <a:spLocks/>
          </p:cNvSpPr>
          <p:nvPr/>
        </p:nvSpPr>
        <p:spPr>
          <a:xfrm>
            <a:off x="4572000" y="1225225"/>
            <a:ext cx="3946791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None/>
            </a:pPr>
            <a:r>
              <a:rPr lang="uk-UA" b="1" dirty="0"/>
              <a:t>Напрямки розвитку</a:t>
            </a:r>
            <a:br>
              <a:rPr lang="uk-UA" dirty="0"/>
            </a:br>
            <a:endParaRPr lang="uk-UA" dirty="0"/>
          </a:p>
          <a:p>
            <a:pPr marL="114300" indent="0">
              <a:buNone/>
            </a:pPr>
            <a:r>
              <a:rPr lang="uk-UA" dirty="0"/>
              <a:t>1. Інтеграція аналітичних звітів безпосередньо з баг-</a:t>
            </a:r>
            <a:r>
              <a:rPr lang="uk-UA" dirty="0" err="1"/>
              <a:t>трекінговими</a:t>
            </a:r>
            <a:r>
              <a:rPr lang="uk-UA" dirty="0"/>
              <a:t> системами (</a:t>
            </a:r>
            <a:r>
              <a:rPr lang="uk-UA" dirty="0" err="1"/>
              <a:t>Jira</a:t>
            </a:r>
            <a:r>
              <a:rPr lang="uk-UA" dirty="0"/>
              <a:t>, </a:t>
            </a:r>
            <a:r>
              <a:rPr lang="uk-UA" dirty="0" err="1"/>
              <a:t>GitHub</a:t>
            </a:r>
            <a:r>
              <a:rPr lang="uk-UA" dirty="0"/>
              <a:t> </a:t>
            </a:r>
            <a:r>
              <a:rPr lang="uk-UA" dirty="0" err="1"/>
              <a:t>Issues</a:t>
            </a:r>
            <a:r>
              <a:rPr lang="uk-UA" dirty="0"/>
              <a:t>).</a:t>
            </a:r>
            <a:br>
              <a:rPr lang="uk-UA" dirty="0"/>
            </a:br>
            <a:endParaRPr lang="uk-UA" dirty="0"/>
          </a:p>
          <a:p>
            <a:pPr marL="114300" indent="0">
              <a:buNone/>
            </a:pPr>
            <a:r>
              <a:rPr lang="uk-UA" dirty="0"/>
              <a:t>2. Налаштування тонкого </a:t>
            </a:r>
            <a:r>
              <a:rPr lang="uk-UA" dirty="0" err="1"/>
              <a:t>донавчання</a:t>
            </a:r>
            <a:r>
              <a:rPr lang="uk-UA" dirty="0"/>
              <a:t> локальних LLM моделей для повної незалежності від зовнішніх платних API.</a:t>
            </a:r>
            <a:br>
              <a:rPr lang="uk-UA" dirty="0"/>
            </a:br>
            <a:endParaRPr lang="uk-UA" dirty="0"/>
          </a:p>
          <a:p>
            <a:pPr marL="114300" indent="0">
              <a:buNone/>
            </a:pPr>
            <a:r>
              <a:rPr lang="uk-UA" dirty="0"/>
              <a:t>3. Підключення додаткових джерел фідбеку (</a:t>
            </a:r>
            <a:r>
              <a:rPr lang="uk-UA" dirty="0" err="1"/>
              <a:t>Reddit</a:t>
            </a:r>
            <a:r>
              <a:rPr lang="uk-UA" dirty="0"/>
              <a:t>, </a:t>
            </a:r>
            <a:r>
              <a:rPr lang="uk-UA" dirty="0" err="1"/>
              <a:t>Discord</a:t>
            </a:r>
            <a:r>
              <a:rPr lang="uk-UA" dirty="0"/>
              <a:t>-канали розробників).</a:t>
            </a:r>
            <a:br>
              <a:rPr lang="uk-UA" dirty="0"/>
            </a:br>
            <a:br>
              <a:rPr lang="uk-UA" dirty="0"/>
            </a:b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92121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662DFFD-DE77-82EF-FF6C-CB7CC893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84870857-910A-E2B6-1C9B-F22072591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365" y="744584"/>
            <a:ext cx="8520600" cy="17459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</a:t>
            </a:r>
            <a:b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1CC99B21-1747-5C79-4749-F439A2E4C6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C33935-5A5B-7FE7-7C81-A5612722FB56}"/>
              </a:ext>
            </a:extLst>
          </p:cNvPr>
          <p:cNvSpPr txBox="1"/>
          <p:nvPr/>
        </p:nvSpPr>
        <p:spPr>
          <a:xfrm>
            <a:off x="8495323" y="4606349"/>
            <a:ext cx="616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35EEF41-5B9E-4186-8855-3C8162DCC2D6}" type="slidenum">
              <a:rPr lang="uk-UA" noProof="0" smtClean="0">
                <a:solidFill>
                  <a:srgbClr val="CCA677"/>
                </a:solidFill>
              </a:rPr>
              <a:pPr algn="ctr"/>
              <a:t>15</a:t>
            </a:fld>
            <a:endParaRPr lang="uk-UA" noProof="0" dirty="0">
              <a:solidFill>
                <a:srgbClr val="CCA6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040831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2026_Б_ПІ_ПЗПІ-22-9_Толстік_О_В</Template>
  <TotalTime>5665</TotalTime>
  <Words>736</Words>
  <Application>Microsoft Office PowerPoint</Application>
  <PresentationFormat>Екран (16:9)</PresentationFormat>
  <Paragraphs>97</Paragraphs>
  <Slides>15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1" baseType="lpstr">
      <vt:lpstr>Times New Roman</vt:lpstr>
      <vt:lpstr>Arial</vt:lpstr>
      <vt:lpstr>Economica</vt:lpstr>
      <vt:lpstr>Calibri</vt:lpstr>
      <vt:lpstr>Open Sans</vt:lpstr>
      <vt:lpstr>Шаблон презентації кваліфікаційної роботи магістрів</vt:lpstr>
      <vt:lpstr>Інтелектуальна система агрегації та семантичного аналізу користувацького фідбеку</vt:lpstr>
      <vt:lpstr>Актуальність та мета роботи</vt:lpstr>
      <vt:lpstr>Аналіз існуючих рішень</vt:lpstr>
      <vt:lpstr>Вимоги до програмної системи</vt:lpstr>
      <vt:lpstr>Aрхітектура та технологічний стек</vt:lpstr>
      <vt:lpstr>Проєктування NoSQL бази даних</vt:lpstr>
      <vt:lpstr>Пакетна обробка та ретрай-логіка</vt:lpstr>
      <vt:lpstr>UML діаграма діяльності та логіка стійкості</vt:lpstr>
      <vt:lpstr>Алгоритм дедуплікації дефектів</vt:lpstr>
      <vt:lpstr>Експериментальне тестування</vt:lpstr>
      <vt:lpstr>Модульне та інтеграційне тестування (QA)</vt:lpstr>
      <vt:lpstr>Демонстрація інтерфейсу</vt:lpstr>
      <vt:lpstr>Демонстрація інтерфейсу</vt:lpstr>
      <vt:lpstr>Висновки</vt:lpstr>
      <vt:lpstr>Дякую за увагу!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Олексій Толстік</dc:creator>
  <cp:lastModifiedBy>Данііл Ковалевич</cp:lastModifiedBy>
  <cp:revision>27</cp:revision>
  <dcterms:created xsi:type="dcterms:W3CDTF">2026-06-16T09:38:09Z</dcterms:created>
  <dcterms:modified xsi:type="dcterms:W3CDTF">2026-07-15T17:46:17Z</dcterms:modified>
</cp:coreProperties>
</file>